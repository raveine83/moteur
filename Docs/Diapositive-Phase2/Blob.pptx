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b5e4dad8a4d58" /><Relationship Type="http://schemas.openxmlformats.org/officeDocument/2006/relationships/extended-properties" Target="/docProps/app.xml" Id="R323a6a6676a84ebf" /><Relationship Type="http://schemas.openxmlformats.org/officeDocument/2006/relationships/officeDocument" Target="/ppt/presentation.xml" Id="R46a568f55e26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73ceb97b44d9d"/>
  </p:sldMasterIdLst>
  <p:notesMasterIdLst>
    <p:notesMasterId xmlns:r="http://schemas.openxmlformats.org/officeDocument/2006/relationships" r:id="R5f223ce38f084bbb"/>
  </p:notesMasterIdLst>
  <p:sldIdLst>
    <p:sldId xmlns:r="http://schemas.openxmlformats.org/officeDocument/2006/relationships" id="256" r:id="Rcf550fa82a9345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e63eb6ca0e4d82" /><Relationship Type="http://schemas.openxmlformats.org/officeDocument/2006/relationships/slideMaster" Target="/ppt/slideMasters/slideMaster1.xml" Id="R6b573ceb97b44d9d" /><Relationship Type="http://schemas.openxmlformats.org/officeDocument/2006/relationships/notesMaster" Target="/ppt/notesMasters/notesMaster1.xml" Id="R5f223ce38f084bbb" /><Relationship Type="http://schemas.openxmlformats.org/officeDocument/2006/relationships/presProps" Target="/ppt/presProps.xml" Id="Rf5ae1aa236664c22" /><Relationship Type="http://schemas.openxmlformats.org/officeDocument/2006/relationships/tableStyles" Target="/ppt/tableStyles.xml" Id="R0c51f2fffe854c35" /><Relationship Type="http://schemas.openxmlformats.org/officeDocument/2006/relationships/slide" Target="/ppt/slides/slide1.xml" Id="Rcf550fa82a93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6a24d428c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cbd638b2d40a4" /><Relationship Type="http://schemas.openxmlformats.org/officeDocument/2006/relationships/notesMaster" Target="/ppt/notesMasters/notesMaster1.xml" Id="Rf2d0fd237335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: environ 1 minute. Chaque cercle représente une ParticuleSphere de masse 1. LienBlob enregistre deux ressorts, un par extrémité. La direction n va de l’autre extrémité vers la particule. Hooke : F=-k(l-l0)n. Les forces sont égales et opposées selon la troisième loi de Newton. Un ContactCable impose l&lt;=1,55*l0. Le facteur 1,55 est un choix du jeu, pas une constante physique. Le ressort reste actif et le câble ajoute une contrainte à la limite. Monde.avancer orchestre les forces, l’intégration et les contacts. Particule.integrer calcule a=ΣF/m puis applique Euler explicite, par sous-pas de 1/240 s. Montrer le blob en mouvement et les liens orange proches de leur allongement maximal.</a:t>
            </a:r>
          </a:p>
          <a:p xmlns:a="http://schemas.openxmlformats.org/drawingml/2006/main">
            <a:r>
              <a:t>Sources : notes 5 Dynamique Linéaire.pdf, pages PDF 1-2 et 5-6. Notes 6 Impulsions Et Collisions.pdf, page PDF 8. Code : LienBlob.java, Ressort.java, ContactCable.java, Particule.java, Monde.java. Image : rendu réel du jeu, target/verification-visuelle/scene-1.png.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b7978837e41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6fafdb32c4f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035d017c64f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775d4ade442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c774d450741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04401d51947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941F6F-9E6B-4A01-9D98-0A50B6A6C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28E14B-8D9F-4010-8DA8-33243567AA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ACD3F0-6A5B-406E-A2B0-4450E7D9E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7970AE-690B-4852-8CB7-E4C395CA0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0260BD-D93C-405F-B38A-62F68A63EE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A82FCF-6B6C-42F1-9C34-0C8217CC9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18AAC-939F-4384-BEDA-5458459B9E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7D9873-425C-4B5C-9C84-60BA136A11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D694D-8F2A-4FE2-9437-C2B550AE0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ED164-E587-4902-9CF4-4843D9000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53e5bb1f44894" /><Relationship Type="http://schemas.openxmlformats.org/officeDocument/2006/relationships/slideLayout" Target="/ppt/slideLayouts/slideLayout1.xml" Id="R4dd4f18dfec1488a" /><Relationship Type="http://schemas.openxmlformats.org/officeDocument/2006/relationships/slideLayout" Target="/ppt/slideLayouts/slideLayout2.xml" Id="R9e5670dbd13343a4" /><Relationship Type="http://schemas.openxmlformats.org/officeDocument/2006/relationships/slideLayout" Target="/ppt/slideLayouts/slideLayout3.xml" Id="R7d91106392d848cb" /><Relationship Type="http://schemas.openxmlformats.org/officeDocument/2006/relationships/slideLayout" Target="/ppt/slideLayouts/slideLayout4.xml" Id="Rc4c5c9b1aae44662" /><Relationship Type="http://schemas.openxmlformats.org/officeDocument/2006/relationships/slideLayout" Target="/ppt/slideLayouts/slideLayout5.xml" Id="R39c641ff1a414ff1" /><Relationship Type="http://schemas.openxmlformats.org/officeDocument/2006/relationships/slideLayout" Target="/ppt/slideLayouts/slideLayout6.xml" Id="Rfea8a0321314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4f18dfec1488a"/>
    <p:sldLayoutId xmlns:r="http://schemas.openxmlformats.org/officeDocument/2006/relationships" id="2147483650" r:id="R9e5670dbd13343a4"/>
    <p:sldLayoutId xmlns:r="http://schemas.openxmlformats.org/officeDocument/2006/relationships" id="2147483651" r:id="R7d91106392d848cb"/>
    <p:sldLayoutId xmlns:r="http://schemas.openxmlformats.org/officeDocument/2006/relationships" id="2147483652" r:id="Rc4c5c9b1aae44662"/>
    <p:sldLayoutId xmlns:r="http://schemas.openxmlformats.org/officeDocument/2006/relationships" id="2147483653" r:id="R39c641ff1a414ff1"/>
    <p:sldLayoutId xmlns:r="http://schemas.openxmlformats.org/officeDocument/2006/relationships" id="2147483654" r:id="Rfea8a0321314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949a28f714518" /><Relationship Type="http://schemas.openxmlformats.org/officeDocument/2006/relationships/image" Target="/ppt/media/image.png" Id="R7a957485ffd24df1" /><Relationship Type="http://schemas.openxmlformats.org/officeDocument/2006/relationships/notesSlide" Target="/ppt/notesSlides/notesSlide1.xml" Id="R107c3b8df9ad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59E58-238A-4D03-978A-703E8D2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Le blob et ses liens physiques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3D7CF-2389-4E41-8B02-C395A6A0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Un ensemble de masses qui se déforme sans perdre sa cohésion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7173D-A60A-479A-923C-C4B10611B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57485ffd24df1"/>
          <a:srcRect xmlns:a="http://schemas.openxmlformats.org/drawingml/2006/main" l="14000" t="74000" r="64000" b="4000"/>
          <a:stretch xmlns:a="http://schemas.openxmlformats.org/drawingml/2006/main"/>
        </p:blipFill>
        <p:spPr>
          <a:xfrm xmlns:a="http://schemas.openxmlformats.org/drawingml/2006/main">
            <a:off x="609600" y="2095500"/>
            <a:ext cx="5048250" cy="3209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C9776-4A60-4051-B383-8A7CB4D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ADDB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ADDB2"/>
                </a:solidFill>
                <a:latin typeface="Arial"/>
                <a:ea typeface="Arial"/>
                <a:cs typeface="Arial"/>
              </a:rPr>
              <a:t>12 particules, un réseau de ressorts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3F8FE-9D51-4874-9B5E-3C1208B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ADDB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ADDB2"/>
                </a:solidFill>
                <a:latin typeface="Arial"/>
                <a:ea typeface="Arial"/>
                <a:cs typeface="Arial"/>
              </a:rPr>
              <a:t>RESSORT CLASSIQUE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11F35-3D82-4903-B7BF-E1352E9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F = −k (ℓ − ℓ₀)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90DD0-EFBB-4365-949F-90104C1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Une force égale et opposée à chaque extrémité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7871D-912E-4FF4-A374-8C83E8B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CE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E86"/>
                </a:solidFill>
                <a:latin typeface="Arial"/>
                <a:ea typeface="Arial"/>
                <a:cs typeface="Arial"/>
              </a:rPr>
              <a:t>LIMITE D’ÉTIREMENT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4AB07-D2D9-4936-91B8-00F4E8F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ℓ ≤ 1,55 ℓ₀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1BDEA-0E84-415C-9C40-75900B92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Le câble impose une longueur maximale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B911E-91D1-45FD-A1CB-A844B50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La somme des forces détermine le mouvement : a = ΣF / m</a:t>
            </a:r>
          </a:p>
        </p:txBody>
      </p:sp>
    </p:spTree>
    <p:extLst>
      <p:ext uri="{BB962C8B-B14F-4D97-AF65-F5344CB8AC3E}">
        <p14:creationId xmlns:p14="http://schemas.microsoft.com/office/powerpoint/2010/main" val="991851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2026-10-25T19:25:15.7660000Z</dcterms:created>
  <dcterms:modified xsi:type="dcterms:W3CDTF">2026-10-25T19:25:15.7660000Z</dcterms:modified>
</coreProperties>
</file>